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Adrià Rosselló Martínez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08/20/2026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t>Methodology: data collection via the SpaceX API and web scraping of Wikipedia, data wrangling to build the landing-success label, EDA with SQL and visualization, geospatial analysis with Folium, and predictive modeling with 4 classification algorithms (Logistic Regression, SVM, Decision Tree, KNN) tuned with GridSearchCV.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Results: across 90 historical Falcon 9 launches, the overall first-stage landing success rate is 66.7%. KSC LC-39A is the site with the highest success rate (76.9%). Success rate clearly improves with flight number and over the years (from 0% in 2010-2014 to 77.8% in 2017).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best classification model (Decision Tree) reaches 87.5% cross-validation accuracy; all 4 models tie at 83.3% accuracy on the test set.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t>SpaceX markets Falcon 9 launches at a cost of ~$62M, compared to more than $165M for other providers — the savings come largely from reusing the first stage of the rocket.</a:t>
            </a:r>
          </a:p>
          <a:p>
            <a:pPr>
              <a:spcBef>
                <a:spcPts val="1400"/>
              </a:spcBef>
            </a:pPr>
            <a:r>
              <a:t>If we can predict whether the first stage will land successfully, we can estimate the cost of a launch — key information for another company to compete with SpaceX for a launch contract.</a:t>
            </a:r>
          </a:p>
          <a:p>
            <a:pPr>
              <a:spcBef>
                <a:spcPts val="1400"/>
              </a:spcBef>
            </a:pPr>
            <a:r>
              <a:t>Questions this project aims to answer: which variables (launch site, orbit, payload mass, flight number, booster version) drive landing success? Has the success rate improved over time? Which model best predicts the landing outcome?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t>Data collection methodology: launch records were pulled from the public SpaceX REST API (rocket, launchpad, payload, core data) and combined with a web-scraped Falcon 9/Falcon Heavy launch table from Wikipedia.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t>Data wrangling: built the binary target Class (1 = successful landing, 0 = failed) from the raw Outcome field, and handled missing values (PayloadMass imputed with the mean, LandingPad kept null when no attempt was made).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t>Exploratory data analysis (EDA) using visualization and SQL: examined how flight number, payload mass, orbit, and launch site relate to landing success, both graphically (matplotlib/seaborn) and via SQL queries on a SQLite database.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t>Interactive visual analytics using Folium and Plotly Dash: built an interactive map of launch sites and outcomes, and a dashboard to explore success rate by site and payload range.</a:t>
            </a:r>
          </a:p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t>Predictive analysis using classification models: standardized features, split train/test (80/20), and built, tuned (GridSearchCV, cv=10) and evaluated 4 classification models — Logistic Regression, SVM, Decision Tree, and KNN — to find the best predictor of landing success.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Two complementary data sources were combined to build the launch dataset: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SpaceX REST API (api.spacexdata.com): GET requests to retrieve rocket, launchpad, payload, and core details for every historical launch, filtered down to Falcon 9 only.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Web scraping (Wikipedia): BeautifulSoup was used to parse the 'List of Falcon 9 and Falcon Heavy launches' page and extract flight number, date, site, payload, orbit, customer, and outcome for each launch.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two sources were merged and cleaned (missing-value imputation) into a single dataset used for all downstream analysis and modeling.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GET requests were made to the public SpaceX API (api.spacexdata.com) to obtain the historical launch record.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Rocket, launchpad, payload, and core information was extracted for each launch.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Launches were filtered down to Falcon 9 only (Falcon 1 launches were dropped).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Missing-value cleanup: PayloadMass was imputed with the mean; LandingPad was kept as null when no landing attempt occurred.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pic>
        <p:nvPicPr>
          <p:cNvPr id="7" name="Picture 6" descr="14_flowchart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3913632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BeautifulSoup was used to extract the historical Falcon 9 and Falcon Heavy launch table from Wikipedia (snapshot from June 9, 2021).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page connection was verified (extracted title: 'List of Falcon 9 and Falcon Heavy launches').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Columns extracted: Flight No., Date and time, Launch site, Payload, Payload mass, Orbit, Customer, Launch outcome.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Output: dataset combined with the API data to enrich the launch history.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2" name="Picture 11" descr="15_flowchart_scra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913632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t>Final dataset: 90 Falcon 9 launches, with variables such as FlightNumber, PayloadMass, Orbit, LaunchSite, Outcome, GridFins, Reused, Legs, LandingPad, Block, among others.</a:t>
            </a:r>
          </a:p>
          <a:p>
            <a:r>
              <a:t>Distribution by launch site: CCAFS SLC-40 (55), KSC LC-39A (22), VAFB SLC-4E (13).</a:t>
            </a:r>
          </a:p>
          <a:p>
            <a:r>
              <a:t>Distribution by orbit: GTO (27), ISS (21), VLEO (14), PO (9), LEO (7), SSO (5), and other minor orbits.</a:t>
            </a:r>
          </a:p>
          <a:p>
            <a:r>
              <a:t>The target variable Class (1 = successful landing, 0 = failed) was created from the Outcome column, classifying as failure the outcomes 'False ASDS/Ocean/RTLS' and 'None ASDS/None'.</a:t>
            </a:r>
          </a:p>
          <a:p>
            <a:r>
              <a:t>Overall landing success rate: 66.7% (Class.mean()). Only relevant missing values: LandingPad, with 28.9% nulls.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Scatter plots of FlightNumber and PayloadMass against LaunchSite and Orbit, to detect landing-success patterns.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Bar chart of success rate by orbit type, and line chart of the yearly success trend.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Key finding: the higher the flight number, the higher the probability of success; the heavier the payload, the lower the probability of success.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VAFB SLC-4E did not launch heavy payloads (&gt;10,000 kg). With heavy payloads, Polar, LEO and ISS orbits show a higher success rate; GTO shows no clear pattern.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Feature engineering: one-hot encoding (get_dummies) on Orbit, LaunchSite, LandingPad and Serial, producing an 80-column dataset ready for modeling.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dataset (101 records) was loaded into a SQLite database and 10 business questions were answered via SQL queries.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4 unique launch sites; total payload mass for NASA (CRS) missions: 45,596 kg; average payload mass of the F9 v1.1 booster: 2,928.4 kg.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First successful ground-pad landing: December 22, 2015.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100 of 101 missions (99%) were classified as mission success; 12 F9 B5 booster versions carried the maximum payload mass.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Ranking of landing outcomes (2010-2017): 'No attempt' was the most frequent (10), followed by drone-ship successes and failures (5 each).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Markers were added for each of the 4 launch sites, with circles showing their name.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 MarkerCluster with markers colored green (success) or red (failure) was used to visualize each launch's outcome by site.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Lines (PolyLine) were drawn from the CCAFS LC-40 site to the nearest coastline, railway, and highway, with the distance calculated.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Finding: the nearest coastline to CCAFS LC-40 is only 0.94 km away — launch sites sit close to the equator and to the coast, which eases orbital trajectories and allows safe aborts over the ocean.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An interactive dashboard (spacex-dash-app.py) was built with a dropdown to select the launch site and a range slider for payload mass.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 pie chart with the total number of successful launches per site, and the success/failure breakdown for the selected site.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An interactive scatter plot of Payload vs. launch outcome (class), filterable by payload mass range, to identify which payload range maximizes the success rate.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Goal: allow interactive exploration of which site/payload combinations have the highest probability of a successful landing.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246888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Numerical features were standardized and the dataset was split into train/test (80/20, random_state=2, 18 test samples).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4 models were trained and tuned with GridSearchCV (cv=10): Logistic Regression, SVM, Decision Tree and KNN.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Best cross-validation accuracy: Decision Tree with 87.5% (max_depth=4, criterion='gini').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On the test set, all 4 models tied at 83.3% accuracy — the tie was broken by prioritizing the cross-validation result.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pic>
        <p:nvPicPr>
          <p:cNvPr id="6" name="Picture 5" descr="16_flowchar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526280"/>
            <a:ext cx="6583680" cy="191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t>Exploratory data analysis results: landing success rate improves with flight number and over time (0% in 2010-2014 to 77.8% in 2017); heavier payloads reduce success probability; KSC LC-39A has the highest site success rate (76.9%).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Interactive analytics: a Folium map located the 4 launch sites and color-coded their outcomes, and a Plotly Dash dashboard let us filter successful launches by site and payload mass range.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Predictive analysis results: 4 classification models were tuned with GridSearchCV; Decision Tree achieved the best cross-validation accuracy (87.5%), while all 4 models tied at 83.3% accuracy on the test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Scatter plot of Flight Number vs. Launch Site, colored by outcome (orange = success).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As the flight number increases, the first stage lands successfully more often — reflecting SpaceX's accumulated learning throughout the program.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01_flight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Scatter plot of payload mass vs. Launch Site, colored by outcome.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VAFB SLC-4E has no heavy payloads (&gt;10,000 kg). The heavier the payload, the lower the probability of a successful landing at several sites.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6" name="Picture 5" descr="02_payload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Landing success rate by orbit type (data: spacex_launch_geo.csv).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HEO and LEO show the highest rates; GTO and Polar LEO the lowest — consistent with the greater difficulty of recovering the first stage on more energetic missions.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03_success_by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Scatter plot of flight number vs. orbit type, colored by outcome.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In LEO, success is correlated with flight number (improves over time); in GTO there is no clear relationship.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04_flight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Scatter plot of payload mass vs. orbit type, colored by outcome.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With heavy payloads, Polar, LEO and ISS orbits show a higher success rate; GTO results are mixed with no clear pattern.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05_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Yearly trend of the landing success rate (2010-2018).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success rate went from 0% between 2010-2014 to 77.8% in 2017 — clear evidence of SpaceX's learning curve in rocket reuse.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6" name="Picture 5" descr="06_year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649224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SELECT DISTINCT Launch_Site FROM SPACEXTABLE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4 unique launch sites — CCAFS LC-40, CCAFS SLC-40, KSC LC-39A, VAFB SLC-4E.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Every Falcon 9 launch in the dataset departs from these 4 pads, 3 on the East Coast (Florida) and 1 on the West Coast (California).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SELECT * FROM SPACEXTABLE WHERE Launch_Site LIKE 'CCA%' LIMIT 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first 5 records of launches from CCAFS (Cape Canaveral) pads.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These launches correspond to the earliest missions of the program, including the Dragon capsule qualification mission.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SELECT SUM(PAYLOAD_MASS__KG_) FROM SPACEXTABLE WHERE Customer = 'NASA (CRS)'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45,596 kg total payload mass carried on NASA Commercial Resupply (CRS) missions.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NASA is one of the program's main recurring customers.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SELECT AVG(PAYLOAD_MASS__KG_) FROM SPACEXTABLE WHERE Booster_Version = 'F9 v1.1'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2,928.4 kg average payload mass for the F9 v1.1 booster version.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This value serves as a baseline against later versions (Block 5), which carry considerably heavier payloads.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SELECT MIN(Date) FROM SPACEXTABLE WHERE Landing_Outcome = 'Success (ground pad)'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December 22, 2015 — the date of the first successful ground-pad landing.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This milestone marked the first-ever successful vertical landing of an orbital rocket first stage.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boosters with a successful drone-ship landing and payload between 4,000 and 6,000 kg.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F9 FT B1022, F9 FT B1026, F9 FT B1021.2, F9 FT B1031.2.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All belong to the 'Full Thrust' (FT) generation, which established reuse on ocean drone-ship platforms.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count of Mission_Outcome grouped by mission result.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98 'Success' missions, 2 additional success variants, and 1 'Failure (in flight)' — out of 101 total records.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99% of missions accomplished their main objective (delivering the payload), regardless of whether the 1st stage landed successfully.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boosters that carried the maximum payload mass recorded in the dataset.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12 distinct boosters, all from the F9 B5 generation (B1048.4, B1049.4, B1051.3, B1056.4, among others).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B5 version, the newest and most reusable, handles the heaviest payloads in the program.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drone-ship landing failures during 2015, with booster and launch site.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Result: 2 failures — January (F9 v1.1 B1012, CCAFS LC-40) and April (F9 v1.1 B1015, CCAFS LC-40).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Both cases correspond to the earliest drone-ship landing attempts, before the technique was perfected.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Query: ranking of landing outcomes between 2010-06-04 and 2017-03-20, in descending order.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Result (top): 'No attempt' (10), 'Success (drone ship)' (5), 'Failure (drone ship)' (5), 'Success (ground pad)' (3), 'Controlled (ocean)' (3).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In the program's early years, launches with no recovery attempt dominate; drone-ship and ground-pad successes grow in later years.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4 Falcon 9 launch sites (3 in Florida, 1 in California) were marked with markers and identifying circles on a Folium map.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All sites sit close to the coast and at low latitude, which eases eastward orbital trajectories and allows safe aborts over the ocean.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Global Map of Launch Sites</a:t>
            </a:r>
          </a:p>
        </p:txBody>
      </p:sp>
      <p:pic>
        <p:nvPicPr>
          <p:cNvPr id="6" name="Picture 5" descr="07_site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3200400"/>
            <a:ext cx="7315200" cy="28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Each site was color-coded by its landing success rate using a MarkerCluster with green (success) and red (failure) markers.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KSC LC-39A stands out with the highest success rate (76.9%); CCAFS LC-40 has the lowest (26.9%) — likely tied to the program's earliest phases.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Outcomes by Site</a:t>
            </a:r>
          </a:p>
        </p:txBody>
      </p:sp>
      <p:pic>
        <p:nvPicPr>
          <p:cNvPr id="9" name="Picture 8" descr="12_sites_outcome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3200400"/>
            <a:ext cx="7315200" cy="28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distance from the launch site to the nearest coastline, railway, and highway was computed using lines (PolyLine) and the geographic (Haversine) distance formula.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Finding: the nearest coastline is only 0.94 km from the site — proximity to the ocean allows safe aborts and clear launch trajectories.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CCAFS LC-40 Proximity to the Coastline</a:t>
            </a:r>
          </a:p>
        </p:txBody>
      </p:sp>
      <p:pic>
        <p:nvPicPr>
          <p:cNvPr id="9" name="Picture 8" descr="13_ccafs_coas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3200400"/>
            <a:ext cx="7315200" cy="28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Pie chart from the interactive dashboard (spacex-dash-app.py) showing the split of successful launches across the 4 sites.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KSC LC-39A accounts for 43% of all successful landings, followed by CCAFS LC-40 (30%).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Launches by Site</a:t>
            </a:r>
          </a:p>
        </p:txBody>
      </p:sp>
      <p:pic>
        <p:nvPicPr>
          <p:cNvPr id="9" name="Picture 8" descr="10_pie_success_by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10896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Filtering the dashboard by the site with the best success ratio confirms KSC LC-39A reaches a 76.9% landing success rate.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This site is preferentially used for more recent missions, with more mature booster technology (Block 5).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KSC LC-39A: Highest Success Rate Site</a:t>
            </a:r>
          </a:p>
        </p:txBody>
      </p:sp>
      <p:pic>
        <p:nvPicPr>
          <p:cNvPr id="9" name="Picture 8" descr="11_pie_bes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10896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Interactive scatter of Payload vs. outcome, filterable by mass range.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Light-to-medium payloads (0-6,000 kg) and FT/B5 boosters show the highest success rate.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Outcome</a:t>
            </a:r>
          </a:p>
        </p:txBody>
      </p:sp>
      <p:pic>
        <p:nvPicPr>
          <p:cNvPr id="13" name="Picture 12" descr="02_payload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08960"/>
            <a:ext cx="59436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Accuracy comparison across the 4 models, in cross-validation (CV=10) and on the test set.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Best CV accuracy: Decision Tree at 87.5%.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On test, all 4 models tie at 83.3% accuracy (14 of 18 correct predictions).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08_mode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576072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Confusion matrix of the Logistic Regression model on the test set (n=18).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12 true positives and 3 true negatives; 3 false negatives and 0 false positives in this run — the model tends to be conservative, predicting failure.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All 4 models share similar test performance; Decision Tree is recommended as the final model for its better cross-validation generalization.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09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331720"/>
            <a:ext cx="4480560" cy="41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Across 90 Falcon 9 launches, the overall 1st-stage landing success rate is 66.7%, with a clear upward trend year over year (0% in 2010-2014 → 77.8% in 2017).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KSC LC-39A is the site with the highest success rate (76.9%); payload mass and target orbit are key drivers of the outcome.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Flight number and launch year are strongly related to success, reflecting SpaceX's learning curve.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 Decision Tree model (87.5% CV accuracy) is best suited to predict landing success, although all 4 models evaluated show similar test performance (83.3%).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These predictions allow estimating the real cost of a SpaceX launch — valuable information for a competitor to bid against SpaceX in an informed way.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t>Project notebooks: data collection (SpaceX API), web scraping (Wikipedia), data wrangling, EDA with SQL, EDA with visualization, interactive map with Folium, dashboard with Plotly Dash, and predictive modeling (classification).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Data sources: api.spacexdata.com, Wikipedia (list of Falcon 9/Falcon Heavy launches), and derived files (dataset_part_1.csv, dataset_part_2.csv, dataset_part_3.csv, Spacex.csv).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Dashboard: spacex-dash-app.py (Plotly Dash) — site dropdown + payload range slider.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t>Classification models evaluated: Logistic Regression, SVM, Decision Tree, K-Nearest Neighbors, all tuned with GridSearchCV (cv=10).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